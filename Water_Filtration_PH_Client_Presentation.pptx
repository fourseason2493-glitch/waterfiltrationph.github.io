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D4AF37"/>
                </a:solidFill>
              </a:defRPr>
            </a:pPr>
            <a:r>
              <a:t>WATER FILTRATION PH</a:t>
            </a:r>
          </a:p>
          <a:p>
            <a:pPr>
              <a:defRPr sz="2500" b="1">
                <a:solidFill>
                  <a:srgbClr val="F5F5F5"/>
                </a:solidFill>
              </a:defRPr>
            </a:pPr>
            <a:r>
              <a:t>CLIENT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9B9B9"/>
                </a:solidFill>
              </a:defRPr>
            </a:pPr>
            <a:r>
              <a:t>A practical approach to cleaner, more convenient drinking water at home and for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The Water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Households want a convenient source of drinking water without relying on frequent water deliveries.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Water quality can vary depending on the source, plumbing, storage, and maintenance.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A filtration system can provide an on-demand option when properly installed and maintained.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Our goal: make filtered drinking water more convenient for everyday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9B9B9"/>
                </a:solidFill>
              </a:defRPr>
            </a:pPr>
            <a:r>
              <a:t>Wall-mounted alkaline water filtration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Direct connection to a suitable tap-water source.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Multi-stage filtration designed to improve water quality and taste.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Convenient access to filtered water at the point of use.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Designed for residential kitchens, offices, and selected commercial applications.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No need for repeated delivery of bottled drinking water for everyday household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7-Stage Filtration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9B9B9"/>
                </a:solidFill>
              </a:defRPr>
            </a:pPr>
            <a:r>
              <a:t>Final configuration should be matched to the actual filter specifications.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92807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01  Sediment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Helps reduce suspended particles.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783080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1" y="1892807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02  Pre-Filtration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Provides additional particulate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62072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971800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03  Carbon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Helps reduce chlorine and unwanted taste/odor.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862072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1" y="2971800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04  Fine Filtration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Further reduces selected fine particles.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41063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050791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05  Mineral / Media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Supports the intended water-conditioning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941063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1" y="4050791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06  Alkaline Stage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Raises pH according to the system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20056"/>
            <a:ext cx="5074920" cy="822960"/>
          </a:xfrm>
          <a:prstGeom prst="roundRect">
            <a:avLst/>
          </a:prstGeom>
          <a:solidFill>
            <a:srgbClr val="19191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129784"/>
            <a:ext cx="4709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07  Final Stage</a:t>
            </a:r>
          </a:p>
          <a:p>
            <a:pPr>
              <a:defRPr sz="1050">
                <a:solidFill>
                  <a:srgbClr val="B9B9B9"/>
                </a:solidFill>
              </a:defRPr>
            </a:pPr>
            <a:r>
              <a:t>Final conditioning before dispensing.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Key Client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Convenience — filtered water available directly at the point of use.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Reduced dependence on bottled-water deliveries for daily drinking needs.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Space-efficient wall-mounted format for suitable kitchen installations.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Potential savings over time compared with recurring bottled-water purchases, depending on usage and maintenance costs.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Serviceable system with routine filter replacement and maintenance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Investment &amp; Service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</a:defRPr>
            </a:pPr>
            <a:r>
              <a:t>Product Price: ₱10,999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</a:defRPr>
            </a:pPr>
            <a:r>
              <a:t>1-Year Warranty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</a:defRPr>
            </a:pPr>
            <a:r>
              <a:t>Lifetime Free Service*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</a:defRPr>
            </a:pPr>
            <a:r>
              <a:t>Professional installation and system orientation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</a:defRPr>
            </a:pPr>
            <a:r>
              <a:t>Filter replacement / consumables are subject to the applicable service terms.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</a:defRPr>
            </a:pPr>
            <a:r>
              <a:t>*Service coverage is subject to the official warranty and service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Business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Suitable for homeowners, offices, small businesses, and selected establishments.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Can be positioned as a household drinking-water solution or as part of a water-related business model.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Referral and neighborhood-based sales can create additional customer opportunities.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Our objective is to build long-term customer relationships through product support and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</a:defRPr>
            </a:pPr>
            <a:r>
              <a:t>Why Work With Water Filtration 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Professional product presentation and client consultation.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Clear explanation of filtration, installation, and maintenance.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After-sales service and customer support.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Practical water solution focused on convenience and everyday use.</a:t>
            </a:r>
          </a:p>
          <a:p>
            <a:pPr>
              <a:spcAft>
                <a:spcPts val="1400"/>
              </a:spcAft>
              <a:defRPr sz="2100">
                <a:solidFill>
                  <a:srgbClr val="F5F5F5"/>
                </a:solidFill>
              </a:defRPr>
            </a:pPr>
            <a:r>
              <a:t>A long-term approach: product + service + customer relationship.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LET'S GET STARTED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Bring convenient filtered drinking water closer to your home or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WATER FILTRATION PH</a:t>
            </a:r>
          </a:p>
          <a:p>
            <a:pPr>
              <a:defRPr sz="1800">
                <a:solidFill>
                  <a:srgbClr val="B9B9B9"/>
                </a:solidFill>
              </a:defRPr>
            </a:pPr>
            <a:r>
              <a:t>Facebook Messenger: 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B9B9"/>
                </a:solidFill>
              </a:defRPr>
            </a:pPr>
            <a:r>
              <a:t>WATER FILTRATION PH  •  CLIENT PRESENTATION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